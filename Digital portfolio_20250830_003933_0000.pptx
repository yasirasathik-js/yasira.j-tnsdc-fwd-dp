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Poppins Semi-Bold" charset="1" panose="00000700000000000000"/>
      <p:regular r:id="rId20"/>
    </p:embeddedFont>
    <p:embeddedFont>
      <p:font typeface="Open Sans Bold" charset="1" panose="020B0806030504020204"/>
      <p:regular r:id="rId21"/>
    </p:embeddedFont>
    <p:embeddedFont>
      <p:font typeface="Poppins Bold" charset="1" panose="00000800000000000000"/>
      <p:regular r:id="rId22"/>
    </p:embeddedFont>
    <p:embeddedFont>
      <p:font typeface="DM Sans" charset="1" panose="00000000000000000000"/>
      <p:regular r:id="rId23"/>
    </p:embeddedFont>
    <p:embeddedFont>
      <p:font typeface="DM Sans Bold" charset="1" panose="00000000000000000000"/>
      <p:regular r:id="rId24"/>
    </p:embeddedFont>
    <p:embeddedFont>
      <p:font typeface="Poppins" charset="1" panose="00000500000000000000"/>
      <p:regular r:id="rId25"/>
    </p:embeddedFont>
    <p:embeddedFont>
      <p:font typeface="Open Sans" charset="1" panose="020B060603050402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18.pn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jpe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2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082951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00114" y="2377368"/>
            <a:ext cx="13066873" cy="303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DIGITAL PORTFOLIO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26035" y="5781712"/>
            <a:ext cx="6617965" cy="266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7"/>
              </a:lnSpc>
            </a:pPr>
            <a:r>
              <a:rPr lang="en-US" b="true" sz="3445" spc="-68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NAME    :</a:t>
            </a:r>
          </a:p>
          <a:p>
            <a:pPr algn="ctr">
              <a:lnSpc>
                <a:spcPts val="4237"/>
              </a:lnSpc>
            </a:pPr>
            <a:r>
              <a:rPr lang="en-US" b="true" sz="3445" spc="-68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REG NO :</a:t>
            </a:r>
          </a:p>
          <a:p>
            <a:pPr algn="ctr">
              <a:lnSpc>
                <a:spcPts val="4237"/>
              </a:lnSpc>
            </a:pPr>
            <a:r>
              <a:rPr lang="en-US" b="true" sz="3445" spc="-68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NMID     :</a:t>
            </a:r>
          </a:p>
          <a:p>
            <a:pPr algn="ctr">
              <a:lnSpc>
                <a:spcPts val="4237"/>
              </a:lnSpc>
            </a:pPr>
            <a:r>
              <a:rPr lang="en-US" b="true" sz="3445" spc="-68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DEPT      : </a:t>
            </a:r>
          </a:p>
          <a:p>
            <a:pPr algn="ctr">
              <a:lnSpc>
                <a:spcPts val="4237"/>
              </a:lnSpc>
            </a:pPr>
            <a:r>
              <a:rPr lang="en-US" b="true" sz="3445" spc="-68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CLG        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64199" y="5781712"/>
            <a:ext cx="8264724" cy="266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7"/>
              </a:lnSpc>
            </a:pPr>
            <a:r>
              <a:rPr lang="en-US" b="true" sz="3445" spc="-68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YASIRA. J</a:t>
            </a:r>
          </a:p>
          <a:p>
            <a:pPr algn="l">
              <a:lnSpc>
                <a:spcPts val="4237"/>
              </a:lnSpc>
            </a:pPr>
            <a:r>
              <a:rPr lang="en-US" b="true" sz="3445" spc="-68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41424134141802522037</a:t>
            </a:r>
          </a:p>
          <a:p>
            <a:pPr algn="l">
              <a:lnSpc>
                <a:spcPts val="4237"/>
              </a:lnSpc>
            </a:pPr>
            <a:r>
              <a:rPr lang="en-US" b="true" sz="3445" spc="-68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E0112AF1A5C142799494DEF07046A6B3</a:t>
            </a:r>
          </a:p>
          <a:p>
            <a:pPr algn="l">
              <a:lnSpc>
                <a:spcPts val="4237"/>
              </a:lnSpc>
            </a:pPr>
            <a:r>
              <a:rPr lang="en-US" b="true" sz="3445" spc="-68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B.SC COMPUTER SCIENCE</a:t>
            </a:r>
          </a:p>
          <a:p>
            <a:pPr algn="l">
              <a:lnSpc>
                <a:spcPts val="4237"/>
              </a:lnSpc>
            </a:pPr>
            <a:r>
              <a:rPr lang="en-US" b="true" sz="3445" spc="-68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ST. THERESA'S ARTS AND SCIENCE</a:t>
            </a:r>
          </a:p>
        </p:txBody>
      </p:sp>
      <p:sp>
        <p:nvSpPr>
          <p:cNvPr name="AutoShape 9" id="9"/>
          <p:cNvSpPr/>
          <p:nvPr/>
        </p:nvSpPr>
        <p:spPr>
          <a:xfrm>
            <a:off x="3970150" y="5410038"/>
            <a:ext cx="1160726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44604" y="-2674898"/>
            <a:ext cx="16440368" cy="16440368"/>
          </a:xfrm>
          <a:custGeom>
            <a:avLst/>
            <a:gdLst/>
            <a:ahLst/>
            <a:cxnLst/>
            <a:rect r="r" b="b" t="t" l="l"/>
            <a:pathLst>
              <a:path h="16440368" w="16440368">
                <a:moveTo>
                  <a:pt x="0" y="0"/>
                </a:moveTo>
                <a:lnTo>
                  <a:pt x="16440369" y="0"/>
                </a:lnTo>
                <a:lnTo>
                  <a:pt x="16440369" y="16440369"/>
                </a:lnTo>
                <a:lnTo>
                  <a:pt x="0" y="16440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4604" y="739650"/>
            <a:ext cx="7999053" cy="128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5"/>
              </a:lnSpc>
            </a:pPr>
            <a:r>
              <a:rPr lang="en-US" b="true" sz="818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TITLE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05849" y="3634740"/>
            <a:ext cx="13076301" cy="2893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10"/>
              </a:lnSpc>
            </a:pPr>
            <a:r>
              <a:rPr lang="en-US" b="true" sz="8600" spc="516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MODERN STUDENT PORTFOLIO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788" y="-177024"/>
            <a:ext cx="7097803" cy="11057957"/>
          </a:xfrm>
          <a:custGeom>
            <a:avLst/>
            <a:gdLst/>
            <a:ahLst/>
            <a:cxnLst/>
            <a:rect r="r" b="b" t="t" l="l"/>
            <a:pathLst>
              <a:path h="11057957" w="7097803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t="0" r="-226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77024"/>
            <a:ext cx="7454365" cy="10601584"/>
            <a:chOff x="0" y="0"/>
            <a:chExt cx="1963290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3290" cy="2792187"/>
            </a:xfrm>
            <a:custGeom>
              <a:avLst/>
              <a:gdLst/>
              <a:ahLst/>
              <a:cxnLst/>
              <a:rect r="r" b="b" t="t" l="l"/>
              <a:pathLst>
                <a:path h="2792187" w="1963290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95420" y="2636305"/>
            <a:ext cx="8011990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5420" y="4190006"/>
            <a:ext cx="10946877" cy="4680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2852" indent="-336426" lvl="1">
              <a:lnSpc>
                <a:spcPts val="4207"/>
              </a:lnSpc>
              <a:buFont typeface="Arial"/>
              <a:buChar char="•"/>
            </a:pPr>
            <a:r>
              <a:rPr lang="en-US" sz="3116" spc="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Problem Statement</a:t>
            </a:r>
          </a:p>
          <a:p>
            <a:pPr algn="l" marL="672852" indent="-336426" lvl="1">
              <a:lnSpc>
                <a:spcPts val="4207"/>
              </a:lnSpc>
              <a:buFont typeface="Arial"/>
              <a:buChar char="•"/>
            </a:pPr>
            <a:r>
              <a:rPr lang="en-US" sz="3116" spc="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 Overview</a:t>
            </a:r>
          </a:p>
          <a:p>
            <a:pPr algn="l" marL="672852" indent="-336426" lvl="1">
              <a:lnSpc>
                <a:spcPts val="4207"/>
              </a:lnSpc>
              <a:buFont typeface="Arial"/>
              <a:buChar char="•"/>
            </a:pPr>
            <a:r>
              <a:rPr lang="en-US" sz="3116" spc="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End Users</a:t>
            </a:r>
          </a:p>
          <a:p>
            <a:pPr algn="l" marL="672852" indent="-336426" lvl="1">
              <a:lnSpc>
                <a:spcPts val="4207"/>
              </a:lnSpc>
              <a:buFont typeface="Arial"/>
              <a:buChar char="•"/>
            </a:pPr>
            <a:r>
              <a:rPr lang="en-US" sz="3116" spc="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Tools and Technologies</a:t>
            </a:r>
          </a:p>
          <a:p>
            <a:pPr algn="l" marL="672852" indent="-336426" lvl="1">
              <a:lnSpc>
                <a:spcPts val="4207"/>
              </a:lnSpc>
              <a:buFont typeface="Arial"/>
              <a:buChar char="•"/>
            </a:pPr>
            <a:r>
              <a:rPr lang="en-US" sz="3116" spc="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Portfolio design and Layout</a:t>
            </a:r>
          </a:p>
          <a:p>
            <a:pPr algn="l" marL="672852" indent="-336426" lvl="1">
              <a:lnSpc>
                <a:spcPts val="4207"/>
              </a:lnSpc>
              <a:buFont typeface="Arial"/>
              <a:buChar char="•"/>
            </a:pPr>
            <a:r>
              <a:rPr lang="en-US" sz="3116" spc="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Features and Functionality</a:t>
            </a:r>
          </a:p>
          <a:p>
            <a:pPr algn="l" marL="672852" indent="-336426" lvl="1">
              <a:lnSpc>
                <a:spcPts val="4207"/>
              </a:lnSpc>
              <a:buFont typeface="Arial"/>
              <a:buChar char="•"/>
            </a:pPr>
            <a:r>
              <a:rPr lang="en-US" sz="3116" spc="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Results and Screenshots</a:t>
            </a:r>
          </a:p>
          <a:p>
            <a:pPr algn="l" marL="672852" indent="-336426" lvl="1">
              <a:lnSpc>
                <a:spcPts val="4207"/>
              </a:lnSpc>
              <a:buFont typeface="Arial"/>
              <a:buChar char="•"/>
            </a:pPr>
            <a:r>
              <a:rPr lang="en-US" sz="3116" spc="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  <a:p>
            <a:pPr algn="l" marL="672852" indent="-336426" lvl="1">
              <a:lnSpc>
                <a:spcPts val="4207"/>
              </a:lnSpc>
              <a:buFont typeface="Arial"/>
              <a:buChar char="•"/>
            </a:pPr>
            <a:r>
              <a:rPr lang="en-US" sz="3116" spc="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Github Link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1328243"/>
            <a:ext cx="9144000" cy="14281520"/>
            <a:chOff x="0" y="0"/>
            <a:chExt cx="2408296" cy="37613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3761388"/>
            </a:xfrm>
            <a:custGeom>
              <a:avLst/>
              <a:gdLst/>
              <a:ahLst/>
              <a:cxnLst/>
              <a:rect r="r" b="b" t="t" l="l"/>
              <a:pathLst>
                <a:path h="3761388" w="2408296">
                  <a:moveTo>
                    <a:pt x="43180" y="0"/>
                  </a:moveTo>
                  <a:lnTo>
                    <a:pt x="2365116" y="0"/>
                  </a:lnTo>
                  <a:cubicBezTo>
                    <a:pt x="2388964" y="0"/>
                    <a:pt x="2408296" y="19332"/>
                    <a:pt x="2408296" y="43180"/>
                  </a:cubicBezTo>
                  <a:lnTo>
                    <a:pt x="2408296" y="3718208"/>
                  </a:lnTo>
                  <a:cubicBezTo>
                    <a:pt x="2408296" y="3729660"/>
                    <a:pt x="2403747" y="3740643"/>
                    <a:pt x="2395649" y="3748741"/>
                  </a:cubicBezTo>
                  <a:cubicBezTo>
                    <a:pt x="2387551" y="3756839"/>
                    <a:pt x="2376568" y="3761388"/>
                    <a:pt x="2365116" y="3761388"/>
                  </a:cubicBezTo>
                  <a:lnTo>
                    <a:pt x="43180" y="3761388"/>
                  </a:lnTo>
                  <a:cubicBezTo>
                    <a:pt x="19332" y="3761388"/>
                    <a:pt x="0" y="3742056"/>
                    <a:pt x="0" y="3718208"/>
                  </a:cubicBezTo>
                  <a:lnTo>
                    <a:pt x="0" y="43180"/>
                  </a:lnTo>
                  <a:cubicBezTo>
                    <a:pt x="0" y="19332"/>
                    <a:pt x="19332" y="0"/>
                    <a:pt x="4318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08296" cy="379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013267" y="2440767"/>
            <a:ext cx="5405465" cy="5405465"/>
          </a:xfrm>
          <a:custGeom>
            <a:avLst/>
            <a:gdLst/>
            <a:ahLst/>
            <a:cxnLst/>
            <a:rect r="r" b="b" t="t" l="l"/>
            <a:pathLst>
              <a:path h="5405465" w="5405465">
                <a:moveTo>
                  <a:pt x="0" y="0"/>
                </a:moveTo>
                <a:lnTo>
                  <a:pt x="5405466" y="0"/>
                </a:lnTo>
                <a:lnTo>
                  <a:pt x="5405466" y="5405466"/>
                </a:lnTo>
                <a:lnTo>
                  <a:pt x="0" y="5405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0" y="1123950"/>
            <a:ext cx="9247673" cy="214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b="true" sz="818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</a:t>
            </a:r>
          </a:p>
          <a:p>
            <a:pPr algn="ctr">
              <a:lnSpc>
                <a:spcPts val="7934"/>
              </a:lnSpc>
            </a:pPr>
            <a:r>
              <a:rPr lang="en-US" b="true" sz="818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6647" y="3918935"/>
            <a:ext cx="6214379" cy="488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200" spc="19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a visually appealing and user-friendly profile page that effectively showcases an individual's skills, experience, and achievements, while also providing a seamless navigation experience for visitors.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58798" y="2697161"/>
            <a:ext cx="4892678" cy="489267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222" t="0" r="-6995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6261" y="1028700"/>
            <a:ext cx="1463216" cy="14632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67318" y="2697161"/>
            <a:ext cx="1463216" cy="14632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67318" y="5927221"/>
            <a:ext cx="1463216" cy="14632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8119" y="1639405"/>
            <a:ext cx="1463216" cy="14632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88852" y="2066895"/>
            <a:ext cx="741751" cy="608236"/>
          </a:xfrm>
          <a:custGeom>
            <a:avLst/>
            <a:gdLst/>
            <a:ahLst/>
            <a:cxnLst/>
            <a:rect r="r" b="b" t="t" l="l"/>
            <a:pathLst>
              <a:path h="608236" w="741751">
                <a:moveTo>
                  <a:pt x="0" y="0"/>
                </a:moveTo>
                <a:lnTo>
                  <a:pt x="741751" y="0"/>
                </a:lnTo>
                <a:lnTo>
                  <a:pt x="741751" y="608236"/>
                </a:lnTo>
                <a:lnTo>
                  <a:pt x="0" y="60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75910" y="1332986"/>
            <a:ext cx="703917" cy="854645"/>
          </a:xfrm>
          <a:custGeom>
            <a:avLst/>
            <a:gdLst/>
            <a:ahLst/>
            <a:cxnLst/>
            <a:rect r="r" b="b" t="t" l="l"/>
            <a:pathLst>
              <a:path h="854645" w="703917">
                <a:moveTo>
                  <a:pt x="0" y="0"/>
                </a:moveTo>
                <a:lnTo>
                  <a:pt x="703917" y="0"/>
                </a:lnTo>
                <a:lnTo>
                  <a:pt x="703917" y="854645"/>
                </a:lnTo>
                <a:lnTo>
                  <a:pt x="0" y="85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04764" y="3102622"/>
            <a:ext cx="988326" cy="652295"/>
          </a:xfrm>
          <a:custGeom>
            <a:avLst/>
            <a:gdLst/>
            <a:ahLst/>
            <a:cxnLst/>
            <a:rect r="r" b="b" t="t" l="l"/>
            <a:pathLst>
              <a:path h="652295" w="988326">
                <a:moveTo>
                  <a:pt x="0" y="0"/>
                </a:moveTo>
                <a:lnTo>
                  <a:pt x="988326" y="0"/>
                </a:lnTo>
                <a:lnTo>
                  <a:pt x="988326" y="652295"/>
                </a:lnTo>
                <a:lnTo>
                  <a:pt x="0" y="65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75201" y="6240496"/>
            <a:ext cx="847451" cy="836665"/>
          </a:xfrm>
          <a:custGeom>
            <a:avLst/>
            <a:gdLst/>
            <a:ahLst/>
            <a:cxnLst/>
            <a:rect r="r" b="b" t="t" l="l"/>
            <a:pathLst>
              <a:path h="836665" w="847451">
                <a:moveTo>
                  <a:pt x="0" y="0"/>
                </a:moveTo>
                <a:lnTo>
                  <a:pt x="847451" y="0"/>
                </a:lnTo>
                <a:lnTo>
                  <a:pt x="847451" y="836665"/>
                </a:lnTo>
                <a:lnTo>
                  <a:pt x="0" y="836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90643" y="1601305"/>
            <a:ext cx="8537476" cy="246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</a:t>
            </a:r>
          </a:p>
          <a:p>
            <a:pPr algn="l">
              <a:lnSpc>
                <a:spcPts val="932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 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4382396"/>
            <a:ext cx="8999419" cy="4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8"/>
              </a:lnSpc>
            </a:pPr>
            <a:r>
              <a:rPr lang="en-US" sz="2547" spc="15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Objective</a:t>
            </a:r>
          </a:p>
          <a:p>
            <a:pPr algn="l">
              <a:lnSpc>
                <a:spcPts val="3438"/>
              </a:lnSpc>
            </a:pPr>
            <a:r>
              <a:rPr lang="en-US" sz="2547" spc="15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a profile page that showcases an individual's skills, experience, and achievements, providing a platform for networking, self-promotion, and career advancement.</a:t>
            </a:r>
          </a:p>
          <a:p>
            <a:pPr algn="l">
              <a:lnSpc>
                <a:spcPts val="3438"/>
              </a:lnSpc>
            </a:pPr>
          </a:p>
          <a:p>
            <a:pPr algn="l">
              <a:lnSpc>
                <a:spcPts val="3565"/>
              </a:lnSpc>
            </a:pPr>
            <a:r>
              <a:rPr lang="en-US" sz="254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Key Features</a:t>
            </a:r>
          </a:p>
          <a:p>
            <a:pPr algn="l" marL="549910" indent="-274955" lvl="1">
              <a:lnSpc>
                <a:spcPts val="3642"/>
              </a:lnSpc>
              <a:buFont typeface="Arial"/>
              <a:buChar char="•"/>
            </a:pPr>
            <a:r>
              <a:rPr lang="en-US" sz="2547" spc="11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User Profile Creation</a:t>
            </a:r>
          </a:p>
          <a:p>
            <a:pPr algn="l" marL="549910" indent="-274955" lvl="1">
              <a:lnSpc>
                <a:spcPts val="3642"/>
              </a:lnSpc>
              <a:buFont typeface="Arial"/>
              <a:buChar char="•"/>
            </a:pPr>
            <a:r>
              <a:rPr lang="en-US" sz="2547" spc="11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Profile Showcase</a:t>
            </a:r>
          </a:p>
          <a:p>
            <a:pPr algn="l" marL="549910" indent="-274955" lvl="1">
              <a:lnSpc>
                <a:spcPts val="3642"/>
              </a:lnSpc>
              <a:buFont typeface="Arial"/>
              <a:buChar char="•"/>
            </a:pPr>
            <a:r>
              <a:rPr lang="en-US" sz="2547" spc="11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Networking</a:t>
            </a:r>
          </a:p>
          <a:p>
            <a:pPr algn="l" marL="549910" indent="-274955" lvl="1">
              <a:lnSpc>
                <a:spcPts val="3642"/>
              </a:lnSpc>
              <a:buFont typeface="Arial"/>
              <a:buChar char="•"/>
            </a:pPr>
            <a:r>
              <a:rPr lang="en-US" sz="2547" spc="112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Search and Discovery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3134" y="1616740"/>
            <a:ext cx="6830714" cy="2128485"/>
            <a:chOff x="0" y="0"/>
            <a:chExt cx="2286638" cy="712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85802" y="2275139"/>
            <a:ext cx="1023822" cy="839534"/>
          </a:xfrm>
          <a:custGeom>
            <a:avLst/>
            <a:gdLst/>
            <a:ahLst/>
            <a:cxnLst/>
            <a:rect r="r" b="b" t="t" l="l"/>
            <a:pathLst>
              <a:path h="839534" w="1023822">
                <a:moveTo>
                  <a:pt x="0" y="0"/>
                </a:moveTo>
                <a:lnTo>
                  <a:pt x="1023822" y="0"/>
                </a:lnTo>
                <a:lnTo>
                  <a:pt x="1023822" y="839533"/>
                </a:lnTo>
                <a:lnTo>
                  <a:pt x="0" y="839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83134" y="4079914"/>
            <a:ext cx="6830714" cy="2128485"/>
            <a:chOff x="0" y="0"/>
            <a:chExt cx="2286638" cy="712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83134" y="6541774"/>
            <a:ext cx="6830714" cy="2128485"/>
            <a:chOff x="0" y="0"/>
            <a:chExt cx="2286638" cy="7125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677950" y="4517864"/>
            <a:ext cx="1031674" cy="1252584"/>
          </a:xfrm>
          <a:custGeom>
            <a:avLst/>
            <a:gdLst/>
            <a:ahLst/>
            <a:cxnLst/>
            <a:rect r="r" b="b" t="t" l="l"/>
            <a:pathLst>
              <a:path h="1252584" w="1031674">
                <a:moveTo>
                  <a:pt x="0" y="0"/>
                </a:moveTo>
                <a:lnTo>
                  <a:pt x="1031674" y="0"/>
                </a:lnTo>
                <a:lnTo>
                  <a:pt x="1031674" y="1252585"/>
                </a:lnTo>
                <a:lnTo>
                  <a:pt x="0" y="1252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97275" y="7308439"/>
            <a:ext cx="1400875" cy="924578"/>
          </a:xfrm>
          <a:custGeom>
            <a:avLst/>
            <a:gdLst/>
            <a:ahLst/>
            <a:cxnLst/>
            <a:rect r="r" b="b" t="t" l="l"/>
            <a:pathLst>
              <a:path h="924578" w="1400875">
                <a:moveTo>
                  <a:pt x="0" y="0"/>
                </a:moveTo>
                <a:lnTo>
                  <a:pt x="1400875" y="0"/>
                </a:lnTo>
                <a:lnTo>
                  <a:pt x="1400875" y="924577"/>
                </a:lnTo>
                <a:lnTo>
                  <a:pt x="0" y="924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18937" y="2773650"/>
            <a:ext cx="8537476" cy="1322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8"/>
              </a:lnSpc>
            </a:pPr>
            <a:r>
              <a:rPr lang="en-US" sz="8472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END USERS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9438" y="4668491"/>
            <a:ext cx="5937839" cy="1988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5785" indent="-322892" lvl="1">
              <a:lnSpc>
                <a:spcPts val="4038"/>
              </a:lnSpc>
              <a:buFont typeface="Arial"/>
              <a:buChar char="•"/>
            </a:pPr>
            <a:r>
              <a:rPr lang="en-US" sz="2991" spc="1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Students </a:t>
            </a:r>
          </a:p>
          <a:p>
            <a:pPr algn="l" marL="645785" indent="-322892" lvl="1">
              <a:lnSpc>
                <a:spcPts val="4038"/>
              </a:lnSpc>
              <a:buFont typeface="Arial"/>
              <a:buChar char="•"/>
            </a:pPr>
            <a:r>
              <a:rPr lang="en-US" sz="2991" spc="1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Professionals </a:t>
            </a:r>
          </a:p>
          <a:p>
            <a:pPr algn="l" marL="645785" indent="-322892" lvl="1">
              <a:lnSpc>
                <a:spcPts val="4038"/>
              </a:lnSpc>
              <a:buFont typeface="Arial"/>
              <a:buChar char="•"/>
            </a:pPr>
            <a:r>
              <a:rPr lang="en-US" sz="2991" spc="1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Job seekers</a:t>
            </a:r>
          </a:p>
          <a:p>
            <a:pPr algn="l" marL="645785" indent="-322892" lvl="1">
              <a:lnSpc>
                <a:spcPts val="4038"/>
              </a:lnSpc>
              <a:buFont typeface="Arial"/>
              <a:buChar char="•"/>
            </a:pPr>
            <a:r>
              <a:rPr lang="en-US" sz="2991" spc="1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Software and so 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75437" y="4730020"/>
            <a:ext cx="3556933" cy="798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46"/>
              </a:lnSpc>
            </a:pPr>
            <a:r>
              <a:rPr lang="en-US" b="true" sz="1589" spc="25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Students</a:t>
            </a:r>
            <a:r>
              <a:rPr lang="en-US" sz="1589" spc="25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: Students can showcase their projects, assignments, and achievements on their profile page.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75437" y="2162733"/>
            <a:ext cx="3743559" cy="1059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45"/>
              </a:lnSpc>
              <a:spcBef>
                <a:spcPct val="0"/>
              </a:spcBef>
            </a:pPr>
            <a:r>
              <a:rPr lang="en-US" b="true" sz="1589" spc="25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Professionals</a:t>
            </a:r>
            <a:r>
              <a:rPr lang="en-US" sz="1589" spc="25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: Professionals can use their profile page to establish a personal brand, highlighting their expertise, skills, and experience.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75437" y="7036710"/>
            <a:ext cx="3556933" cy="1065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146"/>
              </a:lnSpc>
              <a:spcBef>
                <a:spcPct val="0"/>
              </a:spcBef>
            </a:pPr>
            <a:r>
              <a:rPr lang="en-US" b="true" sz="1589" spc="25">
                <a:solidFill>
                  <a:srgbClr val="1C2120"/>
                </a:solidFill>
                <a:latin typeface="DM Sans Bold"/>
                <a:ea typeface="DM Sans Bold"/>
                <a:cs typeface="DM Sans Bold"/>
                <a:sym typeface="DM Sans Bold"/>
              </a:rPr>
              <a:t>Job seekers</a:t>
            </a:r>
            <a:r>
              <a:rPr lang="en-US" sz="1589" spc="25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 : Job seekers can use their profile page as a digital resume, making it easy to apply for jobs and showcase their skills.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12118262" y="2375876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2118262" y="4774758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V="true">
            <a:off x="12137312" y="7300910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1218937" y="7583541"/>
            <a:ext cx="4845334" cy="582575"/>
            <a:chOff x="0" y="0"/>
            <a:chExt cx="1276137" cy="1534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160376" y="7720041"/>
            <a:ext cx="3007705" cy="31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190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Exploring creativity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36740" y="2932889"/>
            <a:ext cx="3443373" cy="5819980"/>
            <a:chOff x="0" y="0"/>
            <a:chExt cx="612460" cy="10351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2460" cy="1035178"/>
            </a:xfrm>
            <a:custGeom>
              <a:avLst/>
              <a:gdLst/>
              <a:ahLst/>
              <a:cxnLst/>
              <a:rect r="r" b="b" t="t" l="l"/>
              <a:pathLst>
                <a:path h="1035178" w="612460">
                  <a:moveTo>
                    <a:pt x="0" y="0"/>
                  </a:moveTo>
                  <a:lnTo>
                    <a:pt x="612460" y="0"/>
                  </a:lnTo>
                  <a:lnTo>
                    <a:pt x="612460" y="1035178"/>
                  </a:lnTo>
                  <a:lnTo>
                    <a:pt x="0" y="1035178"/>
                  </a:lnTo>
                  <a:close/>
                </a:path>
              </a:pathLst>
            </a:custGeom>
            <a:blipFill>
              <a:blip r:embed="rId2"/>
              <a:stretch>
                <a:fillRect l="-9171" t="0" r="-470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80113" y="2932889"/>
            <a:ext cx="3363887" cy="5819980"/>
            <a:chOff x="0" y="0"/>
            <a:chExt cx="1017147" cy="17598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2932889"/>
            <a:ext cx="3443373" cy="5819980"/>
            <a:chOff x="0" y="0"/>
            <a:chExt cx="612460" cy="1035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2460" cy="1035178"/>
            </a:xfrm>
            <a:custGeom>
              <a:avLst/>
              <a:gdLst/>
              <a:ahLst/>
              <a:cxnLst/>
              <a:rect r="r" b="b" t="t" l="l"/>
              <a:pathLst>
                <a:path h="1035178" w="612460">
                  <a:moveTo>
                    <a:pt x="0" y="0"/>
                  </a:moveTo>
                  <a:lnTo>
                    <a:pt x="612460" y="0"/>
                  </a:lnTo>
                  <a:lnTo>
                    <a:pt x="612460" y="1035178"/>
                  </a:lnTo>
                  <a:lnTo>
                    <a:pt x="0" y="1035178"/>
                  </a:lnTo>
                  <a:close/>
                </a:path>
              </a:pathLst>
            </a:custGeom>
            <a:blipFill>
              <a:blip r:embed="rId3"/>
              <a:stretch>
                <a:fillRect l="-6304" t="0" r="-630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87373" y="2932889"/>
            <a:ext cx="3363887" cy="5819980"/>
            <a:chOff x="0" y="0"/>
            <a:chExt cx="1017147" cy="17598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168623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9" y="0"/>
                </a:lnTo>
                <a:lnTo>
                  <a:pt x="706139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168623" y="6263881"/>
            <a:ext cx="787259" cy="519591"/>
          </a:xfrm>
          <a:custGeom>
            <a:avLst/>
            <a:gdLst/>
            <a:ahLst/>
            <a:cxnLst/>
            <a:rect r="r" b="b" t="t" l="l"/>
            <a:pathLst>
              <a:path h="519591" w="787259">
                <a:moveTo>
                  <a:pt x="0" y="0"/>
                </a:moveTo>
                <a:lnTo>
                  <a:pt x="787260" y="0"/>
                </a:lnTo>
                <a:lnTo>
                  <a:pt x="787260" y="519591"/>
                </a:lnTo>
                <a:lnTo>
                  <a:pt x="0" y="519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977898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8" y="0"/>
                </a:lnTo>
                <a:lnTo>
                  <a:pt x="706138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977898" y="6263881"/>
            <a:ext cx="787259" cy="519591"/>
          </a:xfrm>
          <a:custGeom>
            <a:avLst/>
            <a:gdLst/>
            <a:ahLst/>
            <a:cxnLst/>
            <a:rect r="r" b="b" t="t" l="l"/>
            <a:pathLst>
              <a:path h="519591" w="787259">
                <a:moveTo>
                  <a:pt x="0" y="0"/>
                </a:moveTo>
                <a:lnTo>
                  <a:pt x="787259" y="0"/>
                </a:lnTo>
                <a:lnTo>
                  <a:pt x="787259" y="519591"/>
                </a:lnTo>
                <a:lnTo>
                  <a:pt x="0" y="5195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168623" y="4944522"/>
            <a:ext cx="2492814" cy="722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79"/>
              </a:lnSpc>
            </a:pPr>
          </a:p>
          <a:p>
            <a:pPr algn="just">
              <a:lnSpc>
                <a:spcPts val="1479"/>
              </a:lnSpc>
            </a:pPr>
          </a:p>
          <a:p>
            <a:pPr algn="just" marL="0" indent="0" lvl="0">
              <a:lnSpc>
                <a:spcPts val="1479"/>
              </a:lnSpc>
              <a:spcBef>
                <a:spcPct val="0"/>
              </a:spcBef>
            </a:pPr>
            <a:r>
              <a:rPr lang="en-US" sz="1096" spc="17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HTML is used to create the structure and content of web pages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68623" y="4700431"/>
            <a:ext cx="2408376" cy="25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754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HTML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68623" y="7198837"/>
            <a:ext cx="2492814" cy="54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79"/>
              </a:lnSpc>
              <a:spcBef>
                <a:spcPct val="0"/>
              </a:spcBef>
            </a:pPr>
            <a:r>
              <a:rPr lang="en-US" sz="1096" spc="17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CSS is used to control the layout, appearance, and behavior of web pages.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68623" y="6954746"/>
            <a:ext cx="2408376" cy="25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754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CSS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977898" y="4944522"/>
            <a:ext cx="2492814" cy="54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79"/>
              </a:lnSpc>
              <a:spcBef>
                <a:spcPct val="0"/>
              </a:spcBef>
            </a:pPr>
            <a:r>
              <a:rPr lang="en-US" sz="1096" spc="17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JavaScript is a programming language that adds dynamic effects and interactions to web pages.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77898" y="4700431"/>
            <a:ext cx="2408376" cy="25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754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JAVASCRIPT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77898" y="7198837"/>
            <a:ext cx="2492814" cy="541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479"/>
              </a:lnSpc>
              <a:spcBef>
                <a:spcPct val="0"/>
              </a:spcBef>
            </a:pPr>
            <a:r>
              <a:rPr lang="en-US" sz="1096" spc="17">
                <a:solidFill>
                  <a:srgbClr val="1C2120"/>
                </a:solidFill>
                <a:latin typeface="DM Sans"/>
                <a:ea typeface="DM Sans"/>
                <a:cs typeface="DM Sans"/>
                <a:sym typeface="DM Sans"/>
              </a:rPr>
              <a:t>Bootstrap 5 is widely used in web development for building responsive mobile-first web applications.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77898" y="6954746"/>
            <a:ext cx="2408376" cy="25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754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BOOTSTRAP 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54896" y="1254719"/>
            <a:ext cx="9578208" cy="947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b="true" sz="680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&amp; TECHNIQUES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4883" y="3665632"/>
            <a:ext cx="6949894" cy="382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3676" indent="-306838" lvl="1">
              <a:lnSpc>
                <a:spcPts val="3837"/>
              </a:lnSpc>
              <a:buFont typeface="Arial"/>
              <a:buChar char="•"/>
            </a:pPr>
            <a:r>
              <a:rPr lang="en-US" sz="2842" spc="17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Home page with profile picture</a:t>
            </a:r>
          </a:p>
          <a:p>
            <a:pPr algn="l" marL="613676" indent="-306838" lvl="1">
              <a:lnSpc>
                <a:spcPts val="3837"/>
              </a:lnSpc>
              <a:buFont typeface="Arial"/>
              <a:buChar char="•"/>
            </a:pPr>
            <a:r>
              <a:rPr lang="en-US" sz="2842" spc="17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About me section </a:t>
            </a:r>
          </a:p>
          <a:p>
            <a:pPr algn="l" marL="613676" indent="-306838" lvl="1">
              <a:lnSpc>
                <a:spcPts val="3837"/>
              </a:lnSpc>
              <a:buFont typeface="Arial"/>
              <a:buChar char="•"/>
            </a:pPr>
            <a:r>
              <a:rPr lang="en-US" sz="2842" spc="17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Experience section </a:t>
            </a:r>
          </a:p>
          <a:p>
            <a:pPr algn="l" marL="613676" indent="-306838" lvl="1">
              <a:lnSpc>
                <a:spcPts val="3837"/>
              </a:lnSpc>
              <a:buFont typeface="Arial"/>
              <a:buChar char="•"/>
            </a:pPr>
            <a:r>
              <a:rPr lang="en-US" sz="2842" spc="17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Navigation bar with smooth scrolling</a:t>
            </a:r>
          </a:p>
          <a:p>
            <a:pPr algn="l" marL="613676" indent="-306838" lvl="1">
              <a:lnSpc>
                <a:spcPts val="3837"/>
              </a:lnSpc>
              <a:buFont typeface="Arial"/>
              <a:buChar char="•"/>
            </a:pPr>
            <a:r>
              <a:rPr lang="en-US" sz="2842" spc="17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Skills bar</a:t>
            </a:r>
          </a:p>
          <a:p>
            <a:pPr algn="l" marL="613676" indent="-306838" lvl="1">
              <a:lnSpc>
                <a:spcPts val="3837"/>
              </a:lnSpc>
              <a:buFont typeface="Arial"/>
              <a:buChar char="•"/>
            </a:pPr>
            <a:r>
              <a:rPr lang="en-US" sz="2842" spc="17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4 Slides</a:t>
            </a:r>
          </a:p>
          <a:p>
            <a:pPr algn="l" marL="613676" indent="-306838" lvl="1">
              <a:lnSpc>
                <a:spcPts val="3837"/>
              </a:lnSpc>
              <a:buFont typeface="Arial"/>
              <a:buChar char="•"/>
            </a:pPr>
            <a:r>
              <a:rPr lang="en-US" sz="2842" spc="17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Contact information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26698" y="8233707"/>
            <a:ext cx="1024593" cy="102459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42288" y="8446778"/>
            <a:ext cx="593413" cy="585861"/>
          </a:xfrm>
          <a:custGeom>
            <a:avLst/>
            <a:gdLst/>
            <a:ahLst/>
            <a:cxnLst/>
            <a:rect r="r" b="b" t="t" l="l"/>
            <a:pathLst>
              <a:path h="585861" w="593413">
                <a:moveTo>
                  <a:pt x="0" y="0"/>
                </a:moveTo>
                <a:lnTo>
                  <a:pt x="593414" y="0"/>
                </a:lnTo>
                <a:lnTo>
                  <a:pt x="593414" y="585861"/>
                </a:lnTo>
                <a:lnTo>
                  <a:pt x="0" y="585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814538" y="8233707"/>
            <a:ext cx="1024593" cy="102459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980157" y="8511329"/>
            <a:ext cx="692059" cy="456759"/>
          </a:xfrm>
          <a:custGeom>
            <a:avLst/>
            <a:gdLst/>
            <a:ahLst/>
            <a:cxnLst/>
            <a:rect r="r" b="b" t="t" l="l"/>
            <a:pathLst>
              <a:path h="456759" w="692059">
                <a:moveTo>
                  <a:pt x="0" y="0"/>
                </a:moveTo>
                <a:lnTo>
                  <a:pt x="692059" y="0"/>
                </a:lnTo>
                <a:lnTo>
                  <a:pt x="692059" y="456759"/>
                </a:lnTo>
                <a:lnTo>
                  <a:pt x="0" y="4567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201081" y="8233707"/>
            <a:ext cx="1024593" cy="10245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4466924" y="8446778"/>
            <a:ext cx="492906" cy="598451"/>
          </a:xfrm>
          <a:custGeom>
            <a:avLst/>
            <a:gdLst/>
            <a:ahLst/>
            <a:cxnLst/>
            <a:rect r="r" b="b" t="t" l="l"/>
            <a:pathLst>
              <a:path h="598451" w="492906">
                <a:moveTo>
                  <a:pt x="0" y="0"/>
                </a:moveTo>
                <a:lnTo>
                  <a:pt x="492906" y="0"/>
                </a:lnTo>
                <a:lnTo>
                  <a:pt x="492906" y="598451"/>
                </a:lnTo>
                <a:lnTo>
                  <a:pt x="0" y="598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96346" y="2386794"/>
            <a:ext cx="8498516" cy="5513412"/>
          </a:xfrm>
          <a:custGeom>
            <a:avLst/>
            <a:gdLst/>
            <a:ahLst/>
            <a:cxnLst/>
            <a:rect r="r" b="b" t="t" l="l"/>
            <a:pathLst>
              <a:path h="5513412" w="8498516">
                <a:moveTo>
                  <a:pt x="0" y="0"/>
                </a:moveTo>
                <a:lnTo>
                  <a:pt x="8498516" y="0"/>
                </a:lnTo>
                <a:lnTo>
                  <a:pt x="8498516" y="5513412"/>
                </a:lnTo>
                <a:lnTo>
                  <a:pt x="0" y="55134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19523" y="2955708"/>
            <a:ext cx="7052162" cy="3966185"/>
          </a:xfrm>
          <a:custGeom>
            <a:avLst/>
            <a:gdLst/>
            <a:ahLst/>
            <a:cxnLst/>
            <a:rect r="r" b="b" t="t" l="l"/>
            <a:pathLst>
              <a:path h="3966185" w="7052162">
                <a:moveTo>
                  <a:pt x="0" y="0"/>
                </a:moveTo>
                <a:lnTo>
                  <a:pt x="7052162" y="0"/>
                </a:lnTo>
                <a:lnTo>
                  <a:pt x="7052162" y="3966185"/>
                </a:lnTo>
                <a:lnTo>
                  <a:pt x="0" y="396618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9232" r="0" b="-9232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811769"/>
            <a:ext cx="10112903" cy="2143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b="true" sz="818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PORTFOLIO DESIGN &amp; LAYOUT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58798" y="2697161"/>
            <a:ext cx="4892678" cy="489267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222" t="0" r="-6995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6261" y="1028700"/>
            <a:ext cx="1463216" cy="14632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67318" y="2697161"/>
            <a:ext cx="1463216" cy="14632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67318" y="5927221"/>
            <a:ext cx="1463216" cy="14632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8119" y="1639405"/>
            <a:ext cx="1463216" cy="14632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88852" y="2066895"/>
            <a:ext cx="741751" cy="608236"/>
          </a:xfrm>
          <a:custGeom>
            <a:avLst/>
            <a:gdLst/>
            <a:ahLst/>
            <a:cxnLst/>
            <a:rect r="r" b="b" t="t" l="l"/>
            <a:pathLst>
              <a:path h="608236" w="741751">
                <a:moveTo>
                  <a:pt x="0" y="0"/>
                </a:moveTo>
                <a:lnTo>
                  <a:pt x="741751" y="0"/>
                </a:lnTo>
                <a:lnTo>
                  <a:pt x="741751" y="608236"/>
                </a:lnTo>
                <a:lnTo>
                  <a:pt x="0" y="60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75910" y="1332986"/>
            <a:ext cx="703917" cy="854645"/>
          </a:xfrm>
          <a:custGeom>
            <a:avLst/>
            <a:gdLst/>
            <a:ahLst/>
            <a:cxnLst/>
            <a:rect r="r" b="b" t="t" l="l"/>
            <a:pathLst>
              <a:path h="854645" w="703917">
                <a:moveTo>
                  <a:pt x="0" y="0"/>
                </a:moveTo>
                <a:lnTo>
                  <a:pt x="703917" y="0"/>
                </a:lnTo>
                <a:lnTo>
                  <a:pt x="703917" y="854645"/>
                </a:lnTo>
                <a:lnTo>
                  <a:pt x="0" y="85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04764" y="3102622"/>
            <a:ext cx="988326" cy="652295"/>
          </a:xfrm>
          <a:custGeom>
            <a:avLst/>
            <a:gdLst/>
            <a:ahLst/>
            <a:cxnLst/>
            <a:rect r="r" b="b" t="t" l="l"/>
            <a:pathLst>
              <a:path h="652295" w="988326">
                <a:moveTo>
                  <a:pt x="0" y="0"/>
                </a:moveTo>
                <a:lnTo>
                  <a:pt x="988326" y="0"/>
                </a:lnTo>
                <a:lnTo>
                  <a:pt x="988326" y="652295"/>
                </a:lnTo>
                <a:lnTo>
                  <a:pt x="0" y="65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75201" y="6240496"/>
            <a:ext cx="847451" cy="836665"/>
          </a:xfrm>
          <a:custGeom>
            <a:avLst/>
            <a:gdLst/>
            <a:ahLst/>
            <a:cxnLst/>
            <a:rect r="r" b="b" t="t" l="l"/>
            <a:pathLst>
              <a:path h="836665" w="847451">
                <a:moveTo>
                  <a:pt x="0" y="0"/>
                </a:moveTo>
                <a:lnTo>
                  <a:pt x="847451" y="0"/>
                </a:lnTo>
                <a:lnTo>
                  <a:pt x="847451" y="836665"/>
                </a:lnTo>
                <a:lnTo>
                  <a:pt x="0" y="836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92629" y="1424765"/>
            <a:ext cx="9837974" cy="246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2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     FEATURES &amp;    </a:t>
            </a: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FUNCTIONALITY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7020" y="4649015"/>
            <a:ext cx="4164807" cy="3148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4"/>
              </a:lnSpc>
            </a:pPr>
            <a:r>
              <a:rPr lang="en-US" sz="2321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Features</a:t>
            </a:r>
          </a:p>
          <a:p>
            <a:pPr algn="l" marL="501244" indent="-250622" lvl="1">
              <a:lnSpc>
                <a:spcPts val="3134"/>
              </a:lnSpc>
              <a:buFont typeface="Arial"/>
              <a:buChar char="•"/>
            </a:pPr>
            <a:r>
              <a:rPr lang="en-US" sz="2321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Profile Picture</a:t>
            </a:r>
          </a:p>
          <a:p>
            <a:pPr algn="l" marL="501244" indent="-250622" lvl="1">
              <a:lnSpc>
                <a:spcPts val="3134"/>
              </a:lnSpc>
              <a:buFont typeface="Arial"/>
              <a:buChar char="•"/>
            </a:pPr>
            <a:r>
              <a:rPr lang="en-US" sz="2321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Bio/About Section</a:t>
            </a:r>
          </a:p>
          <a:p>
            <a:pPr algn="l" marL="501244" indent="-250622" lvl="1">
              <a:lnSpc>
                <a:spcPts val="3134"/>
              </a:lnSpc>
              <a:buFont typeface="Arial"/>
              <a:buChar char="•"/>
            </a:pPr>
            <a:r>
              <a:rPr lang="en-US" sz="2321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Skills and Expertise</a:t>
            </a:r>
          </a:p>
          <a:p>
            <a:pPr algn="l" marL="501244" indent="-250622" lvl="1">
              <a:lnSpc>
                <a:spcPts val="3134"/>
              </a:lnSpc>
              <a:buFont typeface="Arial"/>
              <a:buChar char="•"/>
            </a:pPr>
            <a:r>
              <a:rPr lang="en-US" sz="2321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Education</a:t>
            </a:r>
          </a:p>
          <a:p>
            <a:pPr algn="l" marL="501244" indent="-250622" lvl="1">
              <a:lnSpc>
                <a:spcPts val="3134"/>
              </a:lnSpc>
              <a:buFont typeface="Arial"/>
              <a:buChar char="•"/>
            </a:pPr>
            <a:r>
              <a:rPr lang="en-US" sz="2321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Projects and Portfolio</a:t>
            </a:r>
          </a:p>
          <a:p>
            <a:pPr algn="l" marL="501244" indent="-250622" lvl="1">
              <a:lnSpc>
                <a:spcPts val="3134"/>
              </a:lnSpc>
              <a:buFont typeface="Arial"/>
              <a:buChar char="•"/>
            </a:pPr>
            <a:r>
              <a:rPr lang="en-US" sz="2321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Contact information</a:t>
            </a:r>
          </a:p>
          <a:p>
            <a:pPr algn="l">
              <a:lnSpc>
                <a:spcPts val="3134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6304253" y="4700220"/>
            <a:ext cx="3780314" cy="2327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1"/>
              </a:lnSpc>
            </a:pPr>
            <a:r>
              <a:rPr lang="en-US" sz="2319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Functionality</a:t>
            </a:r>
          </a:p>
          <a:p>
            <a:pPr algn="l" marL="500887" indent="-250444" lvl="1">
              <a:lnSpc>
                <a:spcPts val="3131"/>
              </a:lnSpc>
              <a:buFont typeface="Arial"/>
              <a:buChar char="•"/>
            </a:pPr>
            <a:r>
              <a:rPr lang="en-US" sz="2319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Profile creation </a:t>
            </a:r>
          </a:p>
          <a:p>
            <a:pPr algn="l" marL="500887" indent="-250444" lvl="1">
              <a:lnSpc>
                <a:spcPts val="3131"/>
              </a:lnSpc>
              <a:buFont typeface="Arial"/>
              <a:buChar char="•"/>
            </a:pPr>
            <a:r>
              <a:rPr lang="en-US" sz="2319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Profile showcase</a:t>
            </a:r>
          </a:p>
          <a:p>
            <a:pPr algn="l" marL="500887" indent="-250444" lvl="1">
              <a:lnSpc>
                <a:spcPts val="3131"/>
              </a:lnSpc>
              <a:buFont typeface="Arial"/>
              <a:buChar char="•"/>
            </a:pPr>
            <a:r>
              <a:rPr lang="en-US" sz="2319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Search and discovery</a:t>
            </a:r>
          </a:p>
          <a:p>
            <a:pPr algn="l" marL="500887" indent="-250444" lvl="1">
              <a:lnSpc>
                <a:spcPts val="3131"/>
              </a:lnSpc>
              <a:buFont typeface="Arial"/>
              <a:buChar char="•"/>
            </a:pPr>
            <a:r>
              <a:rPr lang="en-US" sz="2319" spc="1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Networking</a:t>
            </a:r>
          </a:p>
          <a:p>
            <a:pPr algn="l">
              <a:lnSpc>
                <a:spcPts val="3131"/>
              </a:lnSpc>
            </a:pPr>
          </a:p>
        </p:txBody>
      </p:sp>
      <p:sp>
        <p:nvSpPr>
          <p:cNvPr name="AutoShape 23" id="23"/>
          <p:cNvSpPr/>
          <p:nvPr/>
        </p:nvSpPr>
        <p:spPr>
          <a:xfrm>
            <a:off x="5691827" y="4703192"/>
            <a:ext cx="0" cy="2685482"/>
          </a:xfrm>
          <a:prstGeom prst="line">
            <a:avLst/>
          </a:prstGeom>
          <a:ln cap="flat" w="38100">
            <a:solidFill>
              <a:srgbClr val="4E4439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41633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453557" y="2608098"/>
            <a:ext cx="10903533" cy="5603879"/>
          </a:xfrm>
          <a:custGeom>
            <a:avLst/>
            <a:gdLst/>
            <a:ahLst/>
            <a:cxnLst/>
            <a:rect r="r" b="b" t="t" l="l"/>
            <a:pathLst>
              <a:path h="5603879" w="10903533">
                <a:moveTo>
                  <a:pt x="0" y="0"/>
                </a:moveTo>
                <a:lnTo>
                  <a:pt x="10903533" y="0"/>
                </a:lnTo>
                <a:lnTo>
                  <a:pt x="10903533" y="5603879"/>
                </a:lnTo>
                <a:lnTo>
                  <a:pt x="0" y="560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478" t="0" r="-6478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54622"/>
            <a:ext cx="16230600" cy="119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25"/>
              </a:lnSpc>
            </a:pPr>
            <a:r>
              <a:rPr lang="en-US" b="true" sz="818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&amp; </a:t>
            </a:r>
            <a:r>
              <a:rPr lang="en-US" b="true" sz="818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SCREENSHOTS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2478367" y="1650403"/>
            <a:ext cx="12853914" cy="8338976"/>
          </a:xfrm>
          <a:custGeom>
            <a:avLst/>
            <a:gdLst/>
            <a:ahLst/>
            <a:cxnLst/>
            <a:rect r="r" b="b" t="t" l="l"/>
            <a:pathLst>
              <a:path h="8338976" w="12853914">
                <a:moveTo>
                  <a:pt x="0" y="0"/>
                </a:moveTo>
                <a:lnTo>
                  <a:pt x="12853913" y="0"/>
                </a:lnTo>
                <a:lnTo>
                  <a:pt x="12853913" y="8338977"/>
                </a:lnTo>
                <a:lnTo>
                  <a:pt x="0" y="83389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541633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454622"/>
            <a:ext cx="16230600" cy="1195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25"/>
              </a:lnSpc>
            </a:pPr>
            <a:r>
              <a:rPr lang="en-US" b="true" sz="818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&amp; </a:t>
            </a:r>
            <a:r>
              <a:rPr lang="en-US" b="true" sz="818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SCREENSHOTS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717043" y="1650403"/>
            <a:ext cx="12853914" cy="8338976"/>
          </a:xfrm>
          <a:custGeom>
            <a:avLst/>
            <a:gdLst/>
            <a:ahLst/>
            <a:cxnLst/>
            <a:rect r="r" b="b" t="t" l="l"/>
            <a:pathLst>
              <a:path h="8338976" w="12853914">
                <a:moveTo>
                  <a:pt x="0" y="0"/>
                </a:moveTo>
                <a:lnTo>
                  <a:pt x="12853914" y="0"/>
                </a:lnTo>
                <a:lnTo>
                  <a:pt x="12853914" y="8338977"/>
                </a:lnTo>
                <a:lnTo>
                  <a:pt x="0" y="8338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692234" y="2481390"/>
            <a:ext cx="10903533" cy="5857296"/>
          </a:xfrm>
          <a:custGeom>
            <a:avLst/>
            <a:gdLst/>
            <a:ahLst/>
            <a:cxnLst/>
            <a:rect r="r" b="b" t="t" l="l"/>
            <a:pathLst>
              <a:path h="5857296" w="10903533">
                <a:moveTo>
                  <a:pt x="0" y="0"/>
                </a:moveTo>
                <a:lnTo>
                  <a:pt x="10903532" y="0"/>
                </a:lnTo>
                <a:lnTo>
                  <a:pt x="10903532" y="5857295"/>
                </a:lnTo>
                <a:lnTo>
                  <a:pt x="0" y="58572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207" t="-101" r="-2207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788" y="-177024"/>
            <a:ext cx="7097803" cy="11057957"/>
          </a:xfrm>
          <a:custGeom>
            <a:avLst/>
            <a:gdLst/>
            <a:ahLst/>
            <a:cxnLst/>
            <a:rect r="r" b="b" t="t" l="l"/>
            <a:pathLst>
              <a:path h="11057957" w="7097803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t="0" r="-226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77024"/>
            <a:ext cx="7454365" cy="10601584"/>
            <a:chOff x="0" y="0"/>
            <a:chExt cx="1963290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3290" cy="2792187"/>
            </a:xfrm>
            <a:custGeom>
              <a:avLst/>
              <a:gdLst/>
              <a:ahLst/>
              <a:cxnLst/>
              <a:rect r="r" b="b" t="t" l="l"/>
              <a:pathLst>
                <a:path h="2792187" w="1963290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95420" y="2636305"/>
            <a:ext cx="8011990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95420" y="4471042"/>
            <a:ext cx="8836812" cy="410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Through this portfolio, I showcase my growth, skills, and accomplishments as a student, demonstrating my dedication to academic excellence and future success . I demonstrate my ability to design, develop, and deploy software solutions using various programming languages, including html, css, javascript and bootstrap.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44604" y="-3533884"/>
            <a:ext cx="16440368" cy="16440368"/>
          </a:xfrm>
          <a:custGeom>
            <a:avLst/>
            <a:gdLst/>
            <a:ahLst/>
            <a:cxnLst/>
            <a:rect r="r" b="b" t="t" l="l"/>
            <a:pathLst>
              <a:path h="16440368" w="16440368">
                <a:moveTo>
                  <a:pt x="0" y="0"/>
                </a:moveTo>
                <a:lnTo>
                  <a:pt x="16440369" y="0"/>
                </a:lnTo>
                <a:lnTo>
                  <a:pt x="16440369" y="16440369"/>
                </a:lnTo>
                <a:lnTo>
                  <a:pt x="0" y="164403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4604" y="739650"/>
            <a:ext cx="7999053" cy="128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25"/>
              </a:lnSpc>
            </a:pPr>
            <a:r>
              <a:rPr lang="en-US" b="true" sz="8180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GITHUB LINK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25505" y="4826131"/>
            <a:ext cx="14636990" cy="587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5"/>
              </a:lnSpc>
            </a:pPr>
            <a:r>
              <a:rPr lang="en-US" sz="3581" spc="21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https://github.com/yasirasathik-js/Yasira.J-TNSDC-FWD-DP.git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400568"/>
            <a:ext cx="11923966" cy="288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52409" y="6483944"/>
            <a:ext cx="6983181" cy="669188"/>
            <a:chOff x="0" y="0"/>
            <a:chExt cx="1839192" cy="1762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916295" y="6596419"/>
            <a:ext cx="6617965" cy="48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YASIRA. 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DAGw_dJDCFg</dc:identifier>
  <dcterms:modified xsi:type="dcterms:W3CDTF">2011-08-01T06:04:30Z</dcterms:modified>
  <cp:revision>1</cp:revision>
  <dc:title>Digital portfolio</dc:title>
</cp:coreProperties>
</file>